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5" r:id="rId6"/>
    <p:sldId id="259" r:id="rId7"/>
    <p:sldId id="266" r:id="rId8"/>
    <p:sldId id="267" r:id="rId9"/>
    <p:sldId id="269"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4/8/2026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4/8/2026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4/8/2026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4/8/2026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4/8/2026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4/8/2026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4/8/2026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4/8/2026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4/8/2026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4/8/2026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4/8/2026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82955" y="190746"/>
            <a:ext cx="9144000" cy="2035277"/>
          </a:xfrm>
        </p:spPr>
        <p:txBody>
          <a:bodyPr wrap="square" lIns="0" tIns="0" rIns="0" bIns="0" anchor="t" anchorCtr="1">
            <a:noAutofit/>
          </a:bodyPr>
          <a:lstStyle/>
          <a:p>
            <a:pPr>
              <a:lnSpc>
                <a:spcPct val="100000"/>
              </a:lnSpc>
            </a:pPr>
            <a:r>
              <a:rPr lang="en-US" sz="2800" b="1" dirty="0">
                <a:solidFill>
                  <a:srgbClr val="C00000"/>
                </a:solidFill>
                <a:latin typeface="+mn-lt"/>
              </a:rPr>
              <a:t>COMPUTER NETWORKS</a:t>
            </a:r>
            <a:br>
              <a:rPr lang="en-US" sz="2800" b="1" dirty="0">
                <a:solidFill>
                  <a:srgbClr val="C00000"/>
                </a:solidFill>
                <a:latin typeface="+mn-lt"/>
              </a:rPr>
            </a:br>
            <a:r>
              <a:rPr lang="en-US" sz="2800" b="1" dirty="0">
                <a:solidFill>
                  <a:srgbClr val="C00000"/>
                </a:solidFill>
                <a:latin typeface="+mn-lt"/>
              </a:rPr>
              <a:t>(24CS2202)</a:t>
            </a:r>
            <a:br>
              <a:rPr lang="en-US" sz="2800" b="1" dirty="0">
                <a:solidFill>
                  <a:srgbClr val="C00000"/>
                </a:solidFill>
                <a:latin typeface="+mn-lt"/>
              </a:rPr>
            </a:br>
            <a:br>
              <a:rPr lang="en-US" sz="4000" b="1" dirty="0">
                <a:solidFill>
                  <a:srgbClr val="C00000"/>
                </a:solidFill>
                <a:latin typeface="+mn-lt"/>
              </a:rPr>
            </a:br>
            <a:r>
              <a:rPr lang="en-US" sz="2400" b="1" dirty="0">
                <a:solidFill>
                  <a:srgbClr val="C00000"/>
                </a:solidFill>
                <a:latin typeface="+mn-lt"/>
              </a:rPr>
              <a:t>NETWORK ATTACK DETECTION USING KALI LINUX </a:t>
            </a:r>
          </a:p>
        </p:txBody>
      </p:sp>
      <p:sp>
        <p:nvSpPr>
          <p:cNvPr id="3" name="Subtitle 2"/>
          <p:cNvSpPr>
            <a:spLocks noGrp="1"/>
          </p:cNvSpPr>
          <p:nvPr>
            <p:ph type="subTitle" idx="1"/>
          </p:nvPr>
        </p:nvSpPr>
        <p:spPr>
          <a:xfrm>
            <a:off x="2567858" y="2586669"/>
            <a:ext cx="7374194" cy="3713186"/>
          </a:xfrm>
        </p:spPr>
        <p:txBody>
          <a:bodyPr wrap="square" lIns="0" tIns="0" rIns="0" bIns="0"/>
          <a:lstStyle/>
          <a:p>
            <a:pPr>
              <a:spcBef>
                <a:spcPts val="0"/>
              </a:spcBef>
            </a:pPr>
            <a:r>
              <a:rPr lang="en-US" sz="2200" dirty="0">
                <a:solidFill>
                  <a:srgbClr val="0070C0"/>
                </a:solidFill>
                <a:latin typeface="Times New Roman" panose="02020603050405020304" pitchFamily="18" charset="0"/>
                <a:cs typeface="Times New Roman" panose="02020603050405020304" pitchFamily="18" charset="0"/>
              </a:rPr>
              <a:t>2420030319–  S. CHERISMA</a:t>
            </a:r>
          </a:p>
          <a:p>
            <a:pPr>
              <a:spcBef>
                <a:spcPts val="0"/>
              </a:spcBef>
            </a:pPr>
            <a:r>
              <a:rPr lang="en-US" sz="2200" dirty="0">
                <a:solidFill>
                  <a:srgbClr val="0070C0"/>
                </a:solidFill>
                <a:latin typeface="Times New Roman" panose="02020603050405020304" pitchFamily="18" charset="0"/>
                <a:cs typeface="Times New Roman" panose="02020603050405020304" pitchFamily="18" charset="0"/>
              </a:rPr>
              <a:t>2420030450- Y. SAI RAJ</a:t>
            </a:r>
          </a:p>
          <a:p>
            <a:pPr>
              <a:spcBef>
                <a:spcPts val="0"/>
              </a:spcBef>
            </a:pPr>
            <a:endParaRPr lang="en-US" sz="2200" dirty="0">
              <a:solidFill>
                <a:srgbClr val="0070C0"/>
              </a:solidFill>
              <a:latin typeface="Times New Roman" panose="02020603050405020304" pitchFamily="18" charset="0"/>
              <a:cs typeface="Times New Roman" panose="02020603050405020304" pitchFamily="18" charset="0"/>
            </a:endParaRPr>
          </a:p>
          <a:p>
            <a:pPr marL="171450">
              <a:lnSpc>
                <a:spcPct val="107000"/>
              </a:lnSpc>
              <a:spcAft>
                <a:spcPts val="800"/>
              </a:spcAft>
            </a:pPr>
            <a:r>
              <a:rPr lang="en-US" sz="2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Under the Esteemed Guidance of</a:t>
            </a:r>
            <a:endParaRPr lang="en-IN"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0"/>
              </a:spcBef>
            </a:pPr>
            <a:r>
              <a:rPr lang="en-US" sz="2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Mr. SHAIK ASIF</a:t>
            </a:r>
          </a:p>
          <a:p>
            <a:pPr>
              <a:lnSpc>
                <a:spcPct val="100000"/>
              </a:lnSpc>
              <a:spcBef>
                <a:spcPts val="0"/>
              </a:spcBef>
            </a:pPr>
            <a:endParaRPr lang="en-US" sz="2200" b="1"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4994316"/>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6" name="TextBox 5">
            <a:extLst>
              <a:ext uri="{FF2B5EF4-FFF2-40B4-BE49-F238E27FC236}">
                <a16:creationId xmlns:a16="http://schemas.microsoft.com/office/drawing/2014/main" id="{5CE9545E-E466-5B14-FEDB-8F8F83AEDA83}"/>
              </a:ext>
            </a:extLst>
          </p:cNvPr>
          <p:cNvSpPr txBox="1"/>
          <p:nvPr/>
        </p:nvSpPr>
        <p:spPr>
          <a:xfrm>
            <a:off x="688108" y="1297355"/>
            <a:ext cx="11381971" cy="2246769"/>
          </a:xfrm>
          <a:prstGeom prst="rect">
            <a:avLst/>
          </a:prstGeom>
          <a:noFill/>
        </p:spPr>
        <p:txBody>
          <a:bodyPr wrap="square">
            <a:spAutoFit/>
          </a:bodyPr>
          <a:lstStyle/>
          <a:p>
            <a:pPr algn="just"/>
            <a:r>
              <a:rPr lang="en-US" sz="2000" dirty="0"/>
              <a:t>Network security plays a vital role in protecting computer systems from unauthorized access and malicious activities. This project presents a real-time network attack detection system using Kali Linux and Snort within a virtual machine environment. Kali Linux is used to generate ICMP ping-based attack traffic, while Ubuntu continuously monitors network packets through Snort. Upon detecting suspicious activity, the system generates instant console alerts along with graphical popup notifications using Zenity, enabling quick awareness and response. The implementation demonstrates an effective and practical approach to monitoring network traffic and identifying potential attacks in a controlled laboratory setup.</a:t>
            </a:r>
            <a:endParaRPr lang="en-IN" sz="2000" dirty="0"/>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Box 3"/>
          <p:cNvSpPr txBox="1"/>
          <p:nvPr/>
        </p:nvSpPr>
        <p:spPr>
          <a:xfrm>
            <a:off x="589280" y="1209040"/>
            <a:ext cx="10637520" cy="3170099"/>
          </a:xfrm>
          <a:prstGeom prst="rect">
            <a:avLst/>
          </a:prstGeom>
          <a:noFill/>
        </p:spPr>
        <p:txBody>
          <a:bodyPr wrap="square" rtlCol="0">
            <a:spAutoFit/>
          </a:bodyPr>
          <a:lstStyle/>
          <a:p>
            <a:pPr algn="just"/>
            <a:r>
              <a:rPr lang="en-US" sz="2000" dirty="0"/>
              <a:t>With the rapid growth of computer networks and internet-based communication, systems have become increasingly vulnerable to various network attacks such as unauthorized access, scanning, and denial-of-service attempts. Detecting these attacks in real time is essential to maintain data confidentiality, integrity, and availability. Researchers have developed Intrusion Detection Systems (IDS) to monitor network traffic and identify suspicious activities using signature-based and anomaly-based techniques. In this project, a practical network attack detection approach is implemented using Kali Linux to simulate ICMP ping attacks and Ubuntu with Snort to monitor and analyze network packets. When malicious activity is detected, the system generates immediate console alerts along with graphical popup notifications using Zenity, providing a simple yet effective solution for real-time network security monitoring in a virtual laboratory environment.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TextBox 3"/>
          <p:cNvSpPr txBox="1"/>
          <p:nvPr/>
        </p:nvSpPr>
        <p:spPr>
          <a:xfrm>
            <a:off x="340359" y="1290320"/>
            <a:ext cx="11511280" cy="3477875"/>
          </a:xfrm>
          <a:prstGeom prst="rect">
            <a:avLst/>
          </a:prstGeom>
          <a:noFill/>
        </p:spPr>
        <p:txBody>
          <a:bodyPr wrap="square" rtlCol="0">
            <a:spAutoFit/>
          </a:bodyPr>
          <a:lstStyle/>
          <a:p>
            <a:pPr algn="just"/>
            <a:r>
              <a:rPr lang="en-US" sz="2000" dirty="0"/>
              <a:t>Modern computer networks face continuous threats from unauthorized access, network scanning, and denial-of-service attacks, which can compromise sensitive data and system availability. Many small-scale environments lack affordable and real-time monitoring solutions to quickly detect such malicious activities. The main problem addressed in this project is how to identify network attacks instantly and alert the user in a simple and efficient manner within a virtual network setup.</a:t>
            </a:r>
          </a:p>
          <a:p>
            <a:endParaRPr lang="en-US" sz="2000" dirty="0"/>
          </a:p>
          <a:p>
            <a:pPr algn="just"/>
            <a:r>
              <a:rPr lang="en-US" sz="2000" dirty="0"/>
              <a:t>The objective of this project is to design and implement a real-time network attack detection system using Kali Linux for attack simulation and Ubuntu with Snort for traffic monitoring and analysis. The system aims to detect ICMP ping-based attacks, generate console alerts, and display graphical popup notifications using Zenity. Ultimately, the project demonstrates a low-cost, practical approach to improving network security awareness and response in small or educational environments.</a:t>
            </a:r>
          </a:p>
        </p:txBody>
      </p:sp>
    </p:spTree>
    <p:extLst>
      <p:ext uri="{BB962C8B-B14F-4D97-AF65-F5344CB8AC3E}">
        <p14:creationId xmlns:p14="http://schemas.microsoft.com/office/powerpoint/2010/main" val="3441026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5" name="AutoShape 2" descr="Generated image">
            <a:extLst>
              <a:ext uri="{FF2B5EF4-FFF2-40B4-BE49-F238E27FC236}">
                <a16:creationId xmlns:a16="http://schemas.microsoft.com/office/drawing/2014/main" id="{AE140639-B22A-D503-AE6D-FDF9CD6EAB9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descr="Generated image">
            <a:extLst>
              <a:ext uri="{FF2B5EF4-FFF2-40B4-BE49-F238E27FC236}">
                <a16:creationId xmlns:a16="http://schemas.microsoft.com/office/drawing/2014/main" id="{35BB9CE0-1B81-3167-A644-65E5C6A12A6C}"/>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6" name="Picture 15">
            <a:extLst>
              <a:ext uri="{FF2B5EF4-FFF2-40B4-BE49-F238E27FC236}">
                <a16:creationId xmlns:a16="http://schemas.microsoft.com/office/drawing/2014/main" id="{13AA51D2-67BB-EBF4-B637-C9E41673C1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766616"/>
            <a:ext cx="10287000" cy="597008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5" name="TextBox 4"/>
          <p:cNvSpPr txBox="1"/>
          <p:nvPr/>
        </p:nvSpPr>
        <p:spPr>
          <a:xfrm>
            <a:off x="1402080" y="1320800"/>
            <a:ext cx="4707899" cy="400110"/>
          </a:xfrm>
          <a:prstGeom prst="rect">
            <a:avLst/>
          </a:prstGeom>
          <a:noFill/>
        </p:spPr>
        <p:txBody>
          <a:bodyPr wrap="square" rtlCol="0">
            <a:spAutoFit/>
          </a:bodyPr>
          <a:lstStyle/>
          <a:p>
            <a:r>
              <a:rPr lang="en-US" sz="2000" b="1" dirty="0"/>
              <a:t>Hardware Requirements: </a:t>
            </a:r>
          </a:p>
        </p:txBody>
      </p:sp>
      <p:sp>
        <p:nvSpPr>
          <p:cNvPr id="6" name="TextBox 5"/>
          <p:cNvSpPr txBox="1"/>
          <p:nvPr/>
        </p:nvSpPr>
        <p:spPr>
          <a:xfrm>
            <a:off x="1454432" y="2329507"/>
            <a:ext cx="3061388" cy="400110"/>
          </a:xfrm>
          <a:prstGeom prst="rect">
            <a:avLst/>
          </a:prstGeom>
          <a:noFill/>
        </p:spPr>
        <p:txBody>
          <a:bodyPr wrap="square" rtlCol="0">
            <a:spAutoFit/>
          </a:bodyPr>
          <a:lstStyle/>
          <a:p>
            <a:r>
              <a:rPr lang="en-US" sz="2000" b="1" dirty="0"/>
              <a:t>Software Requirements: </a:t>
            </a:r>
          </a:p>
        </p:txBody>
      </p:sp>
      <p:sp>
        <p:nvSpPr>
          <p:cNvPr id="7" name="TextBox 6"/>
          <p:cNvSpPr txBox="1"/>
          <p:nvPr/>
        </p:nvSpPr>
        <p:spPr>
          <a:xfrm>
            <a:off x="1454432" y="1782348"/>
            <a:ext cx="6631270" cy="369332"/>
          </a:xfrm>
          <a:prstGeom prst="rect">
            <a:avLst/>
          </a:prstGeom>
          <a:noFill/>
        </p:spPr>
        <p:txBody>
          <a:bodyPr wrap="square" rtlCol="0">
            <a:spAutoFit/>
          </a:bodyPr>
          <a:lstStyle/>
          <a:p>
            <a:r>
              <a:rPr lang="en-US" dirty="0"/>
              <a:t>Laptop/Desktop with minimum 8 GB RAM and sufficient storage.</a:t>
            </a:r>
          </a:p>
        </p:txBody>
      </p:sp>
      <p:sp>
        <p:nvSpPr>
          <p:cNvPr id="10" name="Rectangle 3">
            <a:extLst>
              <a:ext uri="{FF2B5EF4-FFF2-40B4-BE49-F238E27FC236}">
                <a16:creationId xmlns:a16="http://schemas.microsoft.com/office/drawing/2014/main" id="{E0286C2B-6427-6EED-D82A-3ADB05E1F05C}"/>
              </a:ext>
            </a:extLst>
          </p:cNvPr>
          <p:cNvSpPr>
            <a:spLocks noChangeArrowheads="1"/>
          </p:cNvSpPr>
          <p:nvPr/>
        </p:nvSpPr>
        <p:spPr bwMode="auto">
          <a:xfrm>
            <a:off x="1454432" y="2755017"/>
            <a:ext cx="518326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VirtualBox</a:t>
            </a:r>
            <a:r>
              <a:rPr kumimoji="0" lang="en-US" altLang="en-US" sz="1800" b="0" i="0" u="none" strike="noStrike" cap="none" normalizeH="0" baseline="0" dirty="0">
                <a:ln>
                  <a:noFill/>
                </a:ln>
                <a:solidFill>
                  <a:schemeClr val="tx1"/>
                </a:solidFill>
                <a:effectLst/>
                <a:latin typeface="Arial" panose="020B0604020202020204" pitchFamily="34" charset="0"/>
              </a:rPr>
              <a:t> for virtualization.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Ubuntu Linux</a:t>
            </a:r>
            <a:r>
              <a:rPr kumimoji="0" lang="en-US" altLang="en-US" sz="1800" b="0" i="0" u="none" strike="noStrike" cap="none" normalizeH="0" baseline="0" dirty="0">
                <a:ln>
                  <a:noFill/>
                </a:ln>
                <a:solidFill>
                  <a:schemeClr val="tx1"/>
                </a:solidFill>
                <a:effectLst/>
                <a:latin typeface="Arial" panose="020B0604020202020204" pitchFamily="34" charset="0"/>
              </a:rPr>
              <a:t> for monitoring and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Kali Linux</a:t>
            </a:r>
            <a:r>
              <a:rPr kumimoji="0" lang="en-US" altLang="en-US" sz="1800" b="0" i="0" u="none" strike="noStrike" cap="none" normalizeH="0" baseline="0" dirty="0">
                <a:ln>
                  <a:noFill/>
                </a:ln>
                <a:solidFill>
                  <a:schemeClr val="tx1"/>
                </a:solidFill>
                <a:effectLst/>
                <a:latin typeface="Arial" panose="020B0604020202020204" pitchFamily="34" charset="0"/>
              </a:rPr>
              <a:t> for generating attack traffic.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Snort</a:t>
            </a:r>
            <a:r>
              <a:rPr kumimoji="0" lang="en-US" altLang="en-US" sz="1800" b="0" i="0" u="none" strike="noStrike" cap="none" normalizeH="0" baseline="0" dirty="0">
                <a:ln>
                  <a:noFill/>
                </a:ln>
                <a:solidFill>
                  <a:schemeClr val="tx1"/>
                </a:solidFill>
                <a:effectLst/>
                <a:latin typeface="Arial" panose="020B0604020202020204" pitchFamily="34" charset="0"/>
              </a:rPr>
              <a:t> for packet analysis and attack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Zenity</a:t>
            </a:r>
            <a:r>
              <a:rPr kumimoji="0" lang="en-US" altLang="en-US" sz="1800" b="0" i="0" u="none" strike="noStrike" cap="none" normalizeH="0" baseline="0" dirty="0">
                <a:ln>
                  <a:noFill/>
                </a:ln>
                <a:solidFill>
                  <a:schemeClr val="tx1"/>
                </a:solidFill>
                <a:effectLst/>
                <a:latin typeface="Arial" panose="020B0604020202020204" pitchFamily="34" charset="0"/>
              </a:rPr>
              <a:t> for graphical alert popups.</a:t>
            </a:r>
          </a:p>
        </p:txBody>
      </p:sp>
    </p:spTree>
    <p:extLst>
      <p:ext uri="{BB962C8B-B14F-4D97-AF65-F5344CB8AC3E}">
        <p14:creationId xmlns:p14="http://schemas.microsoft.com/office/powerpoint/2010/main" val="2292750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5" name="AutoShape 2">
            <a:extLst>
              <a:ext uri="{FF2B5EF4-FFF2-40B4-BE49-F238E27FC236}">
                <a16:creationId xmlns:a16="http://schemas.microsoft.com/office/drawing/2014/main" id="{C47DD394-B102-4178-AFA7-02276CF1892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a:extLst>
              <a:ext uri="{FF2B5EF4-FFF2-40B4-BE49-F238E27FC236}">
                <a16:creationId xmlns:a16="http://schemas.microsoft.com/office/drawing/2014/main" id="{018F5034-6258-A763-F49F-C6834A920BFE}"/>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452E555E-601F-A794-F114-08697BE885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8969" y="1109662"/>
            <a:ext cx="4477862" cy="3350578"/>
          </a:xfrm>
          <a:prstGeom prst="rect">
            <a:avLst/>
          </a:prstGeom>
        </p:spPr>
      </p:pic>
      <p:pic>
        <p:nvPicPr>
          <p:cNvPr id="12" name="Picture 11">
            <a:extLst>
              <a:ext uri="{FF2B5EF4-FFF2-40B4-BE49-F238E27FC236}">
                <a16:creationId xmlns:a16="http://schemas.microsoft.com/office/drawing/2014/main" id="{3AF484D4-AABA-1BA9-D462-60F17C1012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8400" y="1118993"/>
            <a:ext cx="4705667" cy="3350579"/>
          </a:xfrm>
          <a:prstGeom prst="rect">
            <a:avLst/>
          </a:prstGeom>
        </p:spPr>
      </p:pic>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F3979C-12F8-6627-2925-9259465FBD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65823"/>
            <a:ext cx="4797108" cy="3594418"/>
          </a:xfrm>
          <a:prstGeom prst="rect">
            <a:avLst/>
          </a:prstGeom>
        </p:spPr>
      </p:pic>
      <p:pic>
        <p:nvPicPr>
          <p:cNvPr id="5" name="Picture 4">
            <a:extLst>
              <a:ext uri="{FF2B5EF4-FFF2-40B4-BE49-F238E27FC236}">
                <a16:creationId xmlns:a16="http://schemas.microsoft.com/office/drawing/2014/main" id="{18DDBAD5-4FE9-0AB1-2CA1-BEFC53C688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7256" y="1"/>
            <a:ext cx="5334744" cy="2987040"/>
          </a:xfrm>
          <a:prstGeom prst="rect">
            <a:avLst/>
          </a:prstGeom>
        </p:spPr>
      </p:pic>
      <p:pic>
        <p:nvPicPr>
          <p:cNvPr id="9" name="Picture 8">
            <a:extLst>
              <a:ext uri="{FF2B5EF4-FFF2-40B4-BE49-F238E27FC236}">
                <a16:creationId xmlns:a16="http://schemas.microsoft.com/office/drawing/2014/main" id="{63B1C282-DC16-9D7B-8877-C6E836B1C9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33077" y="3029902"/>
            <a:ext cx="4958923" cy="3828098"/>
          </a:xfrm>
          <a:prstGeom prst="rect">
            <a:avLst/>
          </a:prstGeom>
        </p:spPr>
      </p:pic>
    </p:spTree>
    <p:extLst>
      <p:ext uri="{BB962C8B-B14F-4D97-AF65-F5344CB8AC3E}">
        <p14:creationId xmlns:p14="http://schemas.microsoft.com/office/powerpoint/2010/main" val="3817705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6" name="Rectangle 2">
            <a:extLst>
              <a:ext uri="{FF2B5EF4-FFF2-40B4-BE49-F238E27FC236}">
                <a16:creationId xmlns:a16="http://schemas.microsoft.com/office/drawing/2014/main" id="{FCD2F9B2-AD72-87E4-6EFE-5E15E5B76693}"/>
              </a:ext>
            </a:extLst>
          </p:cNvPr>
          <p:cNvSpPr>
            <a:spLocks noChangeArrowheads="1"/>
          </p:cNvSpPr>
          <p:nvPr/>
        </p:nvSpPr>
        <p:spPr bwMode="auto">
          <a:xfrm>
            <a:off x="650240" y="1354297"/>
            <a:ext cx="938269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 project demonstrates successful network attack detection using Kali Linux and Snort.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Real-time monitoring and instant alert generation were achieved.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Highlights the importance of continuous network monitoring for security.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Popup notifications improve user awareness and response capability.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Provides a base for advanced cybersecurity projects and research.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Rectangle 1">
            <a:extLst>
              <a:ext uri="{FF2B5EF4-FFF2-40B4-BE49-F238E27FC236}">
                <a16:creationId xmlns:a16="http://schemas.microsoft.com/office/drawing/2014/main" id="{3953F411-D277-D1A3-6846-437FCE5E0698}"/>
              </a:ext>
            </a:extLst>
          </p:cNvPr>
          <p:cNvSpPr>
            <a:spLocks noChangeArrowheads="1"/>
          </p:cNvSpPr>
          <p:nvPr/>
        </p:nvSpPr>
        <p:spPr bwMode="auto">
          <a:xfrm>
            <a:off x="619760" y="1200579"/>
            <a:ext cx="8552469"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FontTx/>
              <a:buChar char="•"/>
            </a:pPr>
            <a:r>
              <a:rPr lang="en-US" sz="2000" dirty="0"/>
              <a:t>Detect additional attacks such as port scanning, DoS, and brute-force attempts.</a:t>
            </a:r>
            <a:endParaRPr lang="en-IN" sz="2000" dirty="0"/>
          </a:p>
          <a:p>
            <a:pPr eaLnBrk="0" fontAlgn="base" hangingPunct="0">
              <a:spcBef>
                <a:spcPct val="0"/>
              </a:spcBef>
              <a:spcAft>
                <a:spcPct val="0"/>
              </a:spcAft>
              <a:buFontTx/>
              <a:buChar char="•"/>
            </a:pPr>
            <a:r>
              <a:rPr lang="en-US" sz="2000" dirty="0"/>
              <a:t>Enable automatic blocking using firewall integration.</a:t>
            </a:r>
            <a:endParaRPr kumimoji="0" lang="en-US" altLang="en-US" sz="20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Store alerts in a database or centralized logging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Create a web dashboard for live monitoring and reporting.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Expand the system for large-scale organizational network protection.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300</TotalTime>
  <Words>610</Words>
  <Application>Microsoft Office PowerPoint</Application>
  <PresentationFormat>Widescreen</PresentationFormat>
  <Paragraphs>46</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COMPUTER NETWORKS (24CS2202)  NETWORK ATTACK DETECTION USING KALI LINUX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Yellewar Sairaj</cp:lastModifiedBy>
  <cp:revision>29</cp:revision>
  <dcterms:created xsi:type="dcterms:W3CDTF">2024-08-29T05:25:00Z</dcterms:created>
  <dcterms:modified xsi:type="dcterms:W3CDTF">2026-04-08T03:42:02Z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